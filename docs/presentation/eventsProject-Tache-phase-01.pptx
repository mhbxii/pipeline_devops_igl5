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F4E28-6F1D-4896-B4D9-800311CAE4E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EF6FC-1F76-4FC5-8D23-56D018858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6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90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88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30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92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51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42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79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00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95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71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60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F6FC-1F76-4FC5-8D23-56D018858E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8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78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2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14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1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3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3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0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04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34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3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1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9EB36-BA8B-4EA3-8503-D9B03E23417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4788F-762F-4466-8534-F2D60E91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4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Des sources aux preuves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Contribution individuelle : affectation des rôles des participants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286000"/>
            <a:ext cx="10795000" cy="12618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 smtClean="0">
                <a:solidFill>
                  <a:srgbClr val="FFFFFF"/>
                </a:solidFill>
                <a:latin typeface="Segoe UI" panose="020B0502040204020203" pitchFamily="34" charset="0"/>
              </a:rPr>
              <a:t>eventsProject
Branche Tache</a:t>
            </a:r>
            <a:endParaRPr lang="en-US" sz="3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4191000"/>
            <a:ext cx="10795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300" smtClean="0">
                <a:solidFill>
                  <a:srgbClr val="5EEAD4"/>
                </a:solidFill>
                <a:latin typeface="Segoe UI" panose="020B0502040204020203" pitchFamily="34" charset="0"/>
              </a:rPr>
              <a:t>Diagnostic initial vérifié
Compilation réussie · Connexion MySQL à corriger</a:t>
            </a:r>
            <a:endParaRPr lang="en-US" sz="23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5905500"/>
            <a:ext cx="1079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400" smtClean="0">
                <a:solidFill>
                  <a:srgbClr val="E1E1E1"/>
                </a:solidFill>
                <a:latin typeface="Segoe UI" panose="020B0502040204020203" pitchFamily="34" charset="0"/>
              </a:rPr>
              <a:t>29 octobre 2026  |  Présentation progressive — phase 1</a:t>
            </a:r>
            <a:endParaRPr lang="en-US" sz="14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48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 périmètre respecté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Tache décrit un rôle ; Participant le persiste sous forme de chaîne.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65" y="1981200"/>
            <a:ext cx="828707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01-project-setup/setup-02-tache-model.png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50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branche de contribution dédiée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Branche locale Tache vérifiée ; historique conservé, aucun push effectué.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65" y="1981200"/>
            <a:ext cx="828707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05-git/git-01-branch-history.png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97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Rendre les outils accessibles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Maven 3.9.14 et Java 8 sélectionnés pour la session PowerShell.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65" y="1981200"/>
            <a:ext cx="828707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02-maven/maven-01-toolchain.png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51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Compiler le projet existant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12 sources compilées avec succès, sans modification du code applicatif.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65" y="1981200"/>
            <a:ext cx="828707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02-maven/maven-02-baseline-build.png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5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613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Identifier le véritable blocage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HTTP démarre, mais MySQL refuse le compte configuré : l'API retourne 500.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65" y="1981200"/>
            <a:ext cx="828707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01-project-setup/setup-03-database-blocker.png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6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12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La suite : rétablir puis automatiser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Un résultat n'est validé qu'avec une exécution et une preuve.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7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222500"/>
            <a:ext cx="11049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smtClean="0">
                <a:solidFill>
                  <a:srgbClr val="5EEAD4"/>
                </a:solidFill>
                <a:latin typeface="Segoe UI" panose="020B0502040204020203" pitchFamily="34" charset="0"/>
              </a:rPr>
              <a:t>VALIDÉ
Branche · compilation · diagnostic · preuves</a:t>
            </a:r>
            <a:endParaRPr lang="en-US" sz="24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3556000"/>
            <a:ext cx="11049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smtClean="0">
                <a:solidFill>
                  <a:srgbClr val="FFFFFF"/>
                </a:solidFill>
                <a:latin typeface="Segoe UI" panose="020B0502040204020203" pitchFamily="34" charset="0"/>
              </a:rPr>
              <a:t>À CORRIGER
Connexion MySQL et fonctionnement de l''API</a:t>
            </a:r>
            <a:endParaRPr lang="en-US" sz="2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4889500"/>
            <a:ext cx="11049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smtClean="0">
                <a:solidFill>
                  <a:srgbClr val="E1E1E1"/>
                </a:solidFill>
                <a:latin typeface="Segoe UI" panose="020B0502040204020203" pitchFamily="34" charset="0"/>
              </a:rPr>
              <a:t>ENSUITE
Rôles Tache → tests et logs → chaîne CI/CD</a:t>
            </a:r>
            <a:endParaRPr lang="en-US" sz="24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315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MySQL : correction v?rifi?e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Base d?di?e sur 3307 : cr?ation, affectation, lecture et retrait du r?le r?ussis.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65" y="1981200"/>
            <a:ext cx="828707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01-project-setup/mysql-api-success.png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8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967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Des tests ? trois niveaux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smtClean="0">
                <a:solidFill>
                  <a:srgbClr val="E1E1E1"/>
                </a:solidFill>
                <a:latin typeface="Segoe UI" panose="020B0502040204020203" pitchFamily="34" charset="0"/>
              </a:rPr>
              <a:t>18 tests r?ussis : service Mockito, contrat HTTP et int?gration JPA/H2 sans mocks.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65" y="1981200"/>
            <a:ext cx="828707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04-unit-tests/tests-success.png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9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908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couverture m?tier mesur?e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TacheService : 24 lignes et 4 branches couvertes ; ce r?sultat concerne ce service.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65" y="1981200"/>
            <a:ext cx="828707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04-unit-tests/coverage-service.png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10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078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Journaliser les op?rations et les erreurs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DEBUG, INFO, WARN sur API ; ERROR d?montr? par une panne simul?e dans un test.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65" y="1981200"/>
            <a:ext cx="828707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03-logging/tache-levels.png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944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 / 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Application et MySQL en conteneurs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Cycle HTTP v?rifi? dans Docker ; readiness UP et utilisateur applicatif non privil?gi?.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65" y="1981200"/>
            <a:ext cx="828707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09-docker/docker-api-success.png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782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Office PowerPoint</Application>
  <PresentationFormat>Custom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Ayyoub</dc:creator>
  <cp:lastModifiedBy>Ayyoub</cp:lastModifiedBy>
  <cp:revision>1</cp:revision>
  <dcterms:created xsi:type="dcterms:W3CDTF">2026-10-29T08:23:42Z</dcterms:created>
  <dcterms:modified xsi:type="dcterms:W3CDTF">2026-10-29T08:23:42Z</dcterms:modified>
</cp:coreProperties>
</file>