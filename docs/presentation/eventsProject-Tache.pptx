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A5EAC1-0049-44D6-989B-F817D27EE345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E91E94-9227-4269-937B-80A0D5D87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5165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4935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758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272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9914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7187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3963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3917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7982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5683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4872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2392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0386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785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3539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8816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50292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1295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3258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2622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24063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8427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55349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46024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E91E94-9227-4269-937B-80A0D5D87A8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3014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576A0F-B297-49EA-9A26-68F7C937C1F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D25A6-F907-4F71-B230-A0943727C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479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576A0F-B297-49EA-9A26-68F7C937C1F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D25A6-F907-4F71-B230-A0943727C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933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576A0F-B297-49EA-9A26-68F7C937C1F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D25A6-F907-4F71-B230-A0943727C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457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576A0F-B297-49EA-9A26-68F7C937C1F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D25A6-F907-4F71-B230-A0943727C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475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576A0F-B297-49EA-9A26-68F7C937C1F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D25A6-F907-4F71-B230-A0943727C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6126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576A0F-B297-49EA-9A26-68F7C937C1F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D25A6-F907-4F71-B230-A0943727C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170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576A0F-B297-49EA-9A26-68F7C937C1F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D25A6-F907-4F71-B230-A0943727C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9315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576A0F-B297-49EA-9A26-68F7C937C1F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D25A6-F907-4F71-B230-A0943727C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973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576A0F-B297-49EA-9A26-68F7C937C1F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D25A6-F907-4F71-B230-A0943727C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16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576A0F-B297-49EA-9A26-68F7C937C1F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D25A6-F907-4F71-B230-A0943727C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8850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576A0F-B297-49EA-9A26-68F7C937C1F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D25A6-F907-4F71-B230-A0943727C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436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576A0F-B297-49EA-9A26-68F7C937C1F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7D25A6-F907-4F71-B230-A0943727C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29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Contribution Tache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eventsProject : gestion des rôles des participants. Diagnostic, tests et déploiement progressifs.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1500" y="2540000"/>
            <a:ext cx="10795000" cy="126188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800" smtClean="0">
                <a:solidFill>
                  <a:srgbClr val="FFFFFF"/>
                </a:solidFill>
                <a:latin typeface="Segoe UI" panose="020B0502040204020203" pitchFamily="34" charset="0"/>
              </a:rPr>
              <a:t>eventsProject
Branche Tache</a:t>
            </a:r>
            <a:endParaRPr lang="en-US" sz="3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71500" y="4635500"/>
            <a:ext cx="10795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400" smtClean="0">
                <a:solidFill>
                  <a:srgbClr val="5EEAD4"/>
                </a:solidFill>
                <a:latin typeface="Segoe UI" panose="020B0502040204020203" pitchFamily="34" charset="0"/>
              </a:rPr>
              <a:t>Application, tests, preuves et automatisation</a:t>
            </a:r>
            <a:endParaRPr lang="en-US" sz="24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62041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 périmètre respecté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Tache est un enum persisté en chaîne dans Participant ; le modèle partagé est conservé.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01-project-setup/setup-02-tache-model.png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5462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Une branche dédiée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Branche locale Tache et commits vérifiés ; synchronisation distante encore à réaliser.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05-git/git-01-branch-history.png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3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3480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Maven et Java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Maven 3.9.14 sélectionné pour la session ; cible Java 8 et runtime Docker Java 17.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02-maven/maven-01-toolchain.png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4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5156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La compilation initiale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Journal sauvegardé : BUILD SUCCESS pour les 12 sources du dépôt initial.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02-maven/maven-02-baseline-build.png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5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2979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Le blocage initial : MySQL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Journal du diagnostic initial : authentification root refusée et HTTP 500.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01-project-setup/setup-03-database-blocker.png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6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8988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MySQL : correction vérifiée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Base dédiée sur 3307 : création, affectation, lecture et retrait du rôle réussis.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01-project-setup/mysql-api-success.png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7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6391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38 tests automatisés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Service Mockito, contrats HTTP, JPA/H2 sans mocks et mapping sécurisé des anciennes entrées.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81200"/>
            <a:ext cx="7772400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08-jenkins/jenkins-tests.png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8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25153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Sécuriser les entrées existantes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Quatre entrées utilisent des DTO : identifiants générés et coût calculé protégés ; compatibilité HTTP/MySQL vérifiée.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12-final-validation/legacy-dto-api.png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9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81044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Une analyse Sonar réellement évaluée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Gate OK : nouveau code couvert à 81,9 %, duplication nulle et aucune violation nouvelle.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81200"/>
            <a:ext cx="7772400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06-sonarqube/sonar-final-new-code.png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10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82366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Une qualité mesurée sans masquer le périmètre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Zéro vulnérabilité après correction des quatre entrées ; couverture globale 49,6 %, distincte du nouveau code.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81200"/>
            <a:ext cx="7772400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06-sonarqube/sonar-final-dashboard.png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11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49040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Une chaîne Jenkins exécutée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Build #4 réussi : tests, gate, package, Nexus, image Docker, déploiement kind et vérification HTTP.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7053" y="1981200"/>
            <a:ext cx="6817895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08-jenkins/jenkins-pipeline-overview.png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12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49718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Une couverture métier mesurée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TacheService : 24 lignes et 4 branches couvertes ; ce résultat concerne ce service.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04-unit-tests/coverage-service.png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13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25659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Des logs utiles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DEBUG, INFO, WARN sur API ; ERROR démontré par une panne simulée dans un test.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03-logging/tache-levels.png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14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18733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Application et MySQL en conteneurs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Cycle HTTP vérifié dans Docker ; readiness UP et utilisateur applicatif non privilégié.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09-docker/docker-api-success.png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15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6089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Vérifier les conteneurs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Application et base isolées ; volumes persistants et ports liés à localhost.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09-docker/docker-containers.png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16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10197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 déploiement Kubernetes réel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Pods applicatif et MySQL prêts, Services actifs et volume persistant lié.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10-kubernetes/kubernetes-resources.png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17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73959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Vérifier le service métier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Le cycle HTTP complet réussit via Kubernetes ; readiness inclut la base MySQL.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10-kubernetes/kubernetes-api-success.png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18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2428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Provisionner avec Terraform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Plan examiné et approuvé : 6 ressources Prometheus créées, aucune destruction.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11-terraform/terraform-apply.png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19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45997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Contrôler la convergence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Un nouveau plan ne détecte aucune différence entre configuration et infrastructure.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11-terraform/terraform-no-drift.png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20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01419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Observer une application réellement collectée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Prometheus collecte la cible Kubernetes events : 1/1 UP, métriques exposées par Actuator.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981199"/>
            <a:ext cx="11430000" cy="3175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13-monitoring/prometheus-targets.png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21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3662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Visualiser les métriques dans Grafana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Dashboard provisionné : cible UP, CPU Java, mémoire JVM et débit HTTP ; quatre requêtes réelles vérifiées.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600" y="1981200"/>
            <a:ext cx="6908800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13-monitoring/grafana-dashboard.png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22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25757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Publier le livrable dans Nexus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Le dépôt Maven snapshots contient le JAR et le POM de tn.esprit:eventsProject:1.0.0-SNAPSHOT.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2985" y="1981200"/>
            <a:ext cx="9566031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07-nexus/nexus-repository.png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23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93340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Relier le build au programme exécuté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Même SHA-256 pour le JAR archivé par Jenkins, téléchargé de Nexus et présent dans le pod Kubernetes.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12-final-validation/local-delivery.png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24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8529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685</Words>
  <Application>Microsoft Office PowerPoint</Application>
  <PresentationFormat>Custom</PresentationFormat>
  <Paragraphs>145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Calibri Light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Ayyoub</dc:creator>
  <cp:lastModifiedBy>Ayyoub</cp:lastModifiedBy>
  <cp:revision>1</cp:revision>
  <dcterms:created xsi:type="dcterms:W3CDTF">2026-10-29T14:02:44Z</dcterms:created>
  <dcterms:modified xsi:type="dcterms:W3CDTF">2026-10-29T14:02:44Z</dcterms:modified>
</cp:coreProperties>
</file>