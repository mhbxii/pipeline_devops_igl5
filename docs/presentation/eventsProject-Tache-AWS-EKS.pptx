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FC1A98-A037-479F-8D47-859999B6D0D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CF8F27-596B-4576-8FC0-45CAC94267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6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584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596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9059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7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84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399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313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051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9957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433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741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1530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697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6263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094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3927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76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7378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468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164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352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6675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7915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3614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9209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4035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3390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559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836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3712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700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394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CF8F27-596B-4576-8FC0-45CAC942679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66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42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73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396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20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2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0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81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803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652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962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772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9B24E3-999F-40F6-8FB6-D9607025B0F9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E52B1-910D-4EFF-984C-F1ABB142E7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6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Contribution Tache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eventsProject : gestion des rôles des participants. Diagnostic, tests et déploiement progressifs.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500" y="2540000"/>
            <a:ext cx="10795000" cy="126188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800" smtClean="0">
                <a:solidFill>
                  <a:srgbClr val="FFFFFF"/>
                </a:solidFill>
                <a:latin typeface="Segoe UI" panose="020B0502040204020203" pitchFamily="34" charset="0"/>
              </a:rPr>
              <a:t>eventsProject
Branche Tache</a:t>
            </a:r>
            <a:endParaRPr lang="en-US" sz="3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4635500"/>
            <a:ext cx="10795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400" smtClean="0">
                <a:solidFill>
                  <a:srgbClr val="5EEAD4"/>
                </a:solidFill>
                <a:latin typeface="Segoe UI" panose="020B0502040204020203" pitchFamily="34" charset="0"/>
              </a:rPr>
              <a:t>Application, tests, preuves et automatisation</a:t>
            </a:r>
            <a:endParaRPr lang="en-US" sz="24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569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périmètre respecté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 est un enum persisté en chaîne dans Participant ; le modèle partagé est conservé.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01-project-setup/setup-02-tache-model.png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66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branche dédiée et synchronisée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Branche Tache publiée sur origin après accord ; historique préservé et révisions locale/distante identiques.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05-git/git-01-branch-history.png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720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Maven et Java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Maven 3.9.14 sélectionné pour la session ; cible Java 8 et runtime Docker Java 17.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02-maven/maven-01-toolchain.png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15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La compilation initiale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sauvegardé : BUILD SUCCESS pour les 12 sources du dépôt initial.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02-maven/maven-02-baseline-build.png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36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Le blocage initial : MySQL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du diagnostic initial : authentification root refusée et HTTP 500.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01-project-setup/setup-03-database-blocker.png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4185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MySQL : correction vérifiée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Base dédiée sur 3307 : création, affectation, lecture et retrait du rôle réussis.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01-project-setup/mysql-api-success.png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719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38 tests automatisés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Service Mockito, contrats HTTP, JPA/H2 sans mocks et mapping sécurisé des anciennes entrées.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08-jenkins/jenkins-tests.png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672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Sécuriser les entrées existantes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Quatre entrées utilisent des DTO : identifiants générés et coût calculé protégés ; compatibilité HTTP/MySQL vérifiée.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12-final-validation/legacy-dto-api.png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85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analyse Sonar réellement évaluée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Gate OK : nouveau code couvert à 81,9 %, duplication nulle et aucune violation nouvelle.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06-sonarqube/sonar-final-new-code.png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583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qualité mesurée sans masquer le périmètre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Zéro vulnérabilité après correction des quatre entrées ; couverture globale 49,6 %, distincte du nouveau code.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06-sonarqube/sonar-final-dashboard.png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925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chaîne Jenkins exécutée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Build #9 automatique réussi : 38 tests, gate Sonar, Nexus, image Docker Hub, rollout Kubernetes et vérification HTTP.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81200"/>
            <a:ext cx="11430000" cy="3643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08-jenkins/jenkins-pipeline-overview.png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7790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GitHub déclenche Jenkins automatiquement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polling détecte le commit GitHub f510b9b et lance le build #9 : cause SCM enregistrée, sans lancement manuel.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08-jenkins/github-trigger.png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18015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couverture métier mesurée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TacheService : 24 lignes et 4 branches couvertes ; ce résultat concerne ce service.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04-unit-tests/coverage-service.png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239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Des logs utiles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DEBUG, INFO, WARN sur API ; ERROR démontré par une panne simulée dans un test.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03-logging/tache-levels.png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040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Application et MySQL en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Cycle HTTP vérifié dans Docker ; readiness UP et utilisateur applicatif non privilégié.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1960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les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Application et base isolées ; volumes persistants et ports liés à localhost.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09-docker/docker-containers.png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089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image publique vérifiée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ayyoub1/events-tache : manifeste linux/amd64 accessible sans compte et identique à l'image locale du build #9.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1981200"/>
            <a:ext cx="81280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09-docker/dockerhub-repository.png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931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déploiement Kubernetes réel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Pods applicatif et MySQL prêts, Services actifs et volume persistant lié.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10-kubernetes/kubernetes-resources.png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705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 service métier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cycle HTTP complet réussit via Kubernetes ; readiness inclut la base MySQL.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692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Provisionner avec Terraform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Plan examiné et approuvé : 6 ressources Prometheus créées, aucune destruction.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11-terraform/terraform-apply.png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872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Contrôler la convergence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Un nouveau plan ne détecte aucune différence entre configuration et infrastructure.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11-terraform/terraform-no-drift.png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2515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Observer une application réellement collectée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Prometheus collecte la cible Kubernetes events : 1/1 UP, métriques exposées par Actuator.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81199"/>
            <a:ext cx="11430000" cy="317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13-monitoring/prometheus-targets.png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5358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Visualiser les métriques dans Grafana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Dashboard provisionné : cible UP, CPU Java, mémoire JVM et débit HTTP ; quatre requêtes réelles vérifiées.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981200"/>
            <a:ext cx="69088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13-monitoring/grafana-dashboard.png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8332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Publier le livrable dans Nexus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dépôt Maven snapshots contient le JAR et le POM de tn.esprit:eventsProject:1.0.0-SNAPSHOT.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2985" y="1981200"/>
            <a:ext cx="9566031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07-nexus/nexus-repository.png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1995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Relier le build au programme exécuté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Même SHA-256 pour le JAR archivé par Jenkins, téléchargé de Nexus et présent dans le pod Kubernetes.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12-final-validation/local-delivery.png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148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Créer une infrastructure AWS réelle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Learner Lab personnel, us-east-1 : plan examiné et approuvé, quatre ressources Terraform créées pour EKS, son worker et EBS CSI.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14-aws-eks/terraform-apply.png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1789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Exécuter l'application sur EKS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smtClean="0">
                <a:solidFill>
                  <a:srgbClr val="E1E1E1"/>
                </a:solidFill>
                <a:latin typeface="Segoe UI" panose="020B0502040204020203" pitchFamily="34" charset="0"/>
              </a:rPr>
              <a:t>Un worker t3.medium Ready, quatre deployments disponibles et trois volumes EBS gp3 chiffrés : MySQL 4 Gio, Prometheus et Grafana 1 Gio chacun.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14-aws-eks/resources.png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4183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 métier et la persistance AWS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Lecture, affectation, remplacement et retrait du rôle vérifiés par HTTP ; le participant et son rôle survivent au remplacement du pod MySQL.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14-aws-eks/api-success.png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2695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Promouvoir la release avec Jenkins vers EKS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tache-eks-delivery #2 SUCCESS : image vérifiée du build CI #9, déployée par digest ; nouveau rollout et contrôles HTTP depuis Jenkins.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85" y="1981200"/>
            <a:ext cx="9134231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14-aws-eks/jenkins-eks-stages.png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72150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Collecter les métriques dans AWS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Prometheus tourne sur EKS et collecte réellement les métriques Actuator du Service applicatif : une cible, état UP.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14-aws-eks/prometheus-targets.png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5126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Observer le déploiement EKS dans Grafana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Dashboard provisionné sur AWS : cible UP, CPU Java, mémoire JVM et débit HTTP ; datasource saine et quatre requêtes non vides.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981200"/>
            <a:ext cx="69088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14-aws-eks/grafana-dashboard.png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7521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Contrôler la convergence et les coûts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plan suivant ne détecte aucun changement. Estimation : 0,16 USD/h ; démonstration courte et nettoyage approuvé des volumes puis du cluster.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14-aws-eks/terraform-no-drift.png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437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1028</Words>
  <Application>Microsoft Office PowerPoint</Application>
  <PresentationFormat>Custom</PresentationFormat>
  <Paragraphs>199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Ayyoub</dc:creator>
  <cp:lastModifiedBy>Ayyoub</cp:lastModifiedBy>
  <cp:revision>1</cp:revision>
  <dcterms:created xsi:type="dcterms:W3CDTF">2026-10-29T19:27:58Z</dcterms:created>
  <dcterms:modified xsi:type="dcterms:W3CDTF">2026-10-29T19:27:58Z</dcterms:modified>
</cp:coreProperties>
</file>