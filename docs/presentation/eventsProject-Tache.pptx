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BF8BE-CB2F-4A6E-BF13-290BAA04467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143B8-B843-4E15-B9C0-488B5B777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7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80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6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27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73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12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76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51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5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65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73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65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96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35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09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9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97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77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83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36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51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0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87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32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41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143B8-B843-4E15-B9C0-488B5B7773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7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2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0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7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1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4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6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6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5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F56DE-5A2C-4080-93C8-1532081C390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9DD09-6691-41F4-A257-DA361A7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Contribution Tache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eventsProject : gestion des rôles des participants. Diagnostic, tests et déploiement progressifs.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540000"/>
            <a:ext cx="10795000" cy="12618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 smtClean="0">
                <a:solidFill>
                  <a:srgbClr val="FFFFFF"/>
                </a:solidFill>
                <a:latin typeface="Segoe UI" panose="020B0502040204020203" pitchFamily="34" charset="0"/>
              </a:rPr>
              <a:t>eventsProject
Branche Tache</a:t>
            </a:r>
            <a:endParaRPr lang="en-US" sz="3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635500"/>
            <a:ext cx="1079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smtClean="0">
                <a:solidFill>
                  <a:srgbClr val="5EEAD4"/>
                </a:solidFill>
                <a:latin typeface="Segoe UI" panose="020B0502040204020203" pitchFamily="34" charset="0"/>
              </a:rPr>
              <a:t>Application, tests, preuves et automatisation</a:t>
            </a:r>
            <a:endParaRPr lang="en-US" sz="24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49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périmètre respecté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 est un enum persisté en chaîne dans Participant ; le modèle partagé est conservé.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01-project-setup/setup-02-tache-model.png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14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branche dédiée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Branche locale Tache et commits vérifiés ; synchronisation distante encore à réaliser.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05-git/git-01-branch-history.png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4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Maven et Java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Maven 3.9.14 sélectionné pour la session ; cible Java 8 et runtime Docker Java 17.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02-maven/maven-01-toolchain.png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24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La compilation initiale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Journal sauvegardé : BUILD SUCCESS pour les 12 sources du dépôt initial.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02-maven/maven-02-baseline-build.png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7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Le blocage initial : MySQL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Journal du diagnostic initial : authentification root refusée et HTTP 500.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01-project-setup/setup-03-database-blocker.png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37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MySQL : correction vérifiée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Base dédiée sur 3307 : création, affectation, lecture et retrait du rôle réussis.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01-project-setup/mysql-api-success.png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952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38 tests automatisés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Service Mockito, contrats HTTP, JPA/H2 sans mocks et mapping sécurisé des anciennes entrées.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08-jenkins/jenkins-tests.png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255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Sécuriser les entrées existantes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Quatre entrées utilisent des DTO : identifiants générés et coût calculé protégés ; compatibilité HTTP/MySQL vérifiée.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12-final-validation/legacy-dto-api.png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71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analyse Sonar réellement évaluée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Gate OK : nouveau code couvert à 81,9 %, duplication nulle et aucune violation nouvelle.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06-sonarqube/sonar-final-new-code.png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092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qualité mesurée sans masquer le périmètre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Zéro vulnérabilité après correction des quatre entrées ; couverture globale 49,6 %, distincte du nouveau code.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06-sonarqube/sonar-final-dashboard.png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938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chaîne Jenkins exécutée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Build #7 réussi : 38 tests, gate Sonar, Nexus, image publique Docker Hub, rollout Kubernetes et vérification HTTP.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199"/>
            <a:ext cx="11430000" cy="26696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08-jenkins/jenkins-pipeline-overview.png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004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couverture métier mesurée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TacheService : 24 lignes et 4 branches couvertes ; ce résultat concerne ce service.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04-unit-tests/coverage-service.png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39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Des logs utiles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DEBUG, INFO, WARN sur API ; ERROR démontré par une panne simulée dans un test.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03-logging/tache-levels.png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95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Application et MySQL en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Cycle HTTP vérifié dans Docker ; readiness UP et utilisateur applicatif non privilégié.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53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les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Application et base isolées ; volumes persistants et ports liés à localhost.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09-docker/docker-containers.png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210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image publique vérifiée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ayyoub1/events-tache : manifeste linux/amd64 accessible sans compte et identique à l'image locale du build #7.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981200"/>
            <a:ext cx="81280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09-docker/dockerhub-repository.png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25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déploiement Kubernetes réel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Pods applicatif et MySQL prêts, Services actifs et volume persistant lié.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10-kubernetes/kubernetes-resources.png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34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 service métier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cycle HTTP complet réussit via Kubernetes ; readiness inclut la base MySQL.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10-kubernetes/kubernetes-api-success.png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154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Provisionner avec Terraform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Plan examiné et approuvé : 6 ressources Prometheus créées, aucune destruction.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11-terraform/terraform-apply.png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84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Contrôler la convergence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Un nouveau plan ne détecte aucune différence entre configuration et infrastructure.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11-terraform/terraform-no-drift.png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712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Observer une application réellement collectée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Prometheus collecte la cible Kubernetes events : 1/1 UP, métriques exposées par Actuator.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199"/>
            <a:ext cx="11430000" cy="317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13-monitoring/prometheus-targets.png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522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Visualiser les métriques dans Grafana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Dashboard provisionné : cible UP, CPU Java, mémoire JVM et débit HTTP ; quatre requêtes réelles vérifiées.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981200"/>
            <a:ext cx="69088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13-monitoring/grafana-dashboard.png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069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Publier le livrable dans Nexus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dépôt Maven snapshots contient le JAR et le POM de tn.esprit:eventsProject:1.0.0-SNAPSHOT.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85" y="1981200"/>
            <a:ext cx="956603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07-nexus/nexus-repository.png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98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Relier le build au programme exécuté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Même SHA-256 pour le JAR archivé par Jenkins, téléchargé de Nexus et présent dans le pod Kubernetes.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12-final-validation/local-delivery.png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16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Custom</PresentationFormat>
  <Paragraphs>151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Ayyoub</dc:creator>
  <cp:lastModifiedBy>Ayyoub</cp:lastModifiedBy>
  <cp:revision>1</cp:revision>
  <dcterms:created xsi:type="dcterms:W3CDTF">2026-10-29T14:44:03Z</dcterms:created>
  <dcterms:modified xsi:type="dcterms:W3CDTF">2026-10-29T14:44:03Z</dcterms:modified>
</cp:coreProperties>
</file>